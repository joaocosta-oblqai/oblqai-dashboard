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350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PRACTICE COMMAND · CODE + COWORK · CASOS DE USO · MAIO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1887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000000"/>
                </a:solidFill>
                <a:latin typeface="Georgia"/>
              </a:rPr>
              <a:t>Como funciona, na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9584"/>
            <a:ext cx="11887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4B5563"/>
                </a:solidFill>
                <a:latin typeface="Calibri"/>
              </a:rPr>
              <a:t>Nove process flows sobre um único sistema operacional para a clínica. Cada fluxo corre num dos dois runtimes Claude: Code (sempre ligado, em tempo real, para o paciente) ou Cowork (cockpit da proprietária). Mesma base de dados, mesmas ferramentas, mesma voz da clínica.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984480" y="1783080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84480" y="187451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61719" y="184708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Mensagem pré-consulta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984480" y="2596896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984480" y="26791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61719" y="26517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Seguimento pós-tratamento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984480" y="3401568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84480" y="3483863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61719" y="34564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Reativação inteligente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984480" y="4206240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84480" y="42885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61719" y="4261104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Sugestão de 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984480" y="5010912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84480" y="50932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61719" y="5065775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Pacote ponta-a-ponta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984480" y="5815583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0" y="5897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61719" y="587044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Briefing diário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984480" y="6620256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84480" y="67025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61719" y="66751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Triagem inbound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984480" y="7424928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984480" y="75072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61719" y="74797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Escalação à Sara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984480" y="8229600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984480" y="83118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61719" y="8284463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Learning loop semanal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984480" y="9034272"/>
            <a:ext cx="4389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9235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6B7280"/>
                </a:solidFill>
                <a:latin typeface="Calibri"/>
              </a:rPr>
              <a:t>CLÍNICA DE ESTÉTICA · PORTUGAL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0" y="9308592"/>
            <a:ext cx="1143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38160" y="9235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11 SLIDES · 9 FLUXOS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uma mensagem pré-consulta certa chega ao paciente.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A camada de comunicação inteligente em ação — desde o gatilho da agenda até ao envio. Code daemon corre 24/7 e despoleta com precisão de minutos.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Disparador na agenda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T-24h antes da consulta. Claude vê a marcação e despoleta o fluxo.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Lê o contexto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Histórico, última visita, estado do pacote, queixas, canal preferido — tudo da base de dados da clínica.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Redige a mensagem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Personalizada, no tom da clínica. Não é template — referencia o caso real do paciente.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Quality gate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Rotina → envio direto. Sensível (queixa anterior, primeira consulta) → fila para a Sara.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GATE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Envia pelo canal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WhatsApp · SMS · email, conforme a preferência registada do paciente.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SEND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Regista no sistema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Mensagem + contexto + resposta esperada. Vai alimentar o ciclo de aprendizagem semanal.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Mesma camada serve todos os momentos da jornada — só o disparador e o contexto mudam.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01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02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o seguimento pós-tratamento acontece sem ser spam.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Check-in depois de cada sessão. Code recebe o evento, lê o contexto real e redige no momento certo (T+6h, T+24h) — não num bucket de 15 minutos.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Sessão concluída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Equipa marca como feita no CRM, app ou por WhatsApp ao Claude. Disparador X horas depois.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Lê o contexto da sessão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Tipo de tratamento, parâmetros usados, notas em consulta, queixas reportadas no momento.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Redige o follow-up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Tom adaptado ao tratamento e ao historial deste paciente. Pergunta o que importa.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Sara aprova se sensível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Default: mensagens de rotina saem direto. Casos com queixa ou risco passam pela Sara.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GATE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Envia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Paciente sente-se acompanhado. A clínica capta complicações cedo.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SEND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Resposta entra no sistema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Se o paciente responde, entra no fluxo de triagem (Process Flow 07).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O seguimento não depende da Sara se lembrar — depende de o sistema lembrar por ela.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02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03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um paciente inativo recebe um nudge inteligente.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Reativação sistemática — alimentada pelo motor de sugestões (P2). Code dispara quando o threshold cruza; Cowork mostra a mensagem à Sara para aprovação antes de sair.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CODE +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Threshold de inatividade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Y meses sem visita. O sistema assinala automaticamente — sem precisar que ninguém se lembre.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Sugestão é puxada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Do motor da Prioridade 2: pacientes com este perfil reativam-se Z% com este tipo de mensagem.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SUGGEST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Redige a reativação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Mensagem personalizada com oferta concreta e próximo passo claro. Não é 'sentimos a sua falta'.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Sara aprova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Mensagens de reativação passam SEMPRE por aprovação humana. Tom mais sensível.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GATE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Envia + segue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Abertura, resposta, marcação. Tudo logged à conversação.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SEND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Resultado afina o motor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Reativou? Ignorou? Pediu para parar? Feedback entra no learning loop.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Cada paciente reativado torna a sugestão seguinte melhor — o motor aprende com a Sara e com a base.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03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04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uma sugestão de IA é gerada e usada.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Code corre o motor por evento (sessão termina, pacote acaba) para surface em tempo real. Cowork corre a ranking pass diária e semanal para o briefing 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CODE +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Disparador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Daily learning pass ou evento específico (consulta concluída, pacote terminado).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Lê o histórico individual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Histórico completo do paciente: tratamentos, notas, mensagens, queixas, pacotes.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Cruza com padrões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Compara com padrões agregados — espaçamentos típicos, taxas de conversão por mensagem, etc.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MATCH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Produz a sugestão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Ação recomendada + justificação curta apoiada em dados + nível de confiança.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OUTPUT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Surface em 3 sítios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Briefing diário, dentro das mensagens automáticas (quando faz sentido), dashboard semanal.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SHOW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Sara decide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Aceitar · modificar · recusar. Decisão entra no learning loop e afina sugestões futuras.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DECIDE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A IA não decide pela Sara — propõe a próxima ação. A Sara fica com o controlo, não com o trabalho.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04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05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um pacote de tratamento é seguido do início ao fim.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Substituição do controlo em papel: cada sessão registada e confirmada. Code processa o evento de «sessão concluída» em segundos e dispara recordatórios precisos.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Pacote criado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Paciente X com pacote de 4 sessões de laser. O sistema regista total, datas, intervalos.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SETUP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Sessão concluída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Equipa marca em 1 clique (CRM, app ou WhatsApp ao Claude). Contador atualiza.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MARK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Confirma ao paciente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«Sessão 1 de 4 concluída. Próxima entre X e Y. Falta 1 sessão para concluir o pacote.»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Nudge a meio do pacote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Quando faltam X sessões → recordatório. Quando falta 1 → oferta de marcação proativa.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NUDGE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Pacote termina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Confirmação final + handoff para a sugestão da Prioridade 2: manutenção? Novo pacote?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CLOSE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Relatório semanal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Sara vê pacotes ativos, próximos a concluir, em risco de abandono, expirados.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Pacotes deixam de morrer por esquecimento — a taxa de conclusão sobe sem trabalho extra.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05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06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o briefing pré-consulta chega à Sara todos os dias.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Owner-facing recurring work — sweet spot do Cowork. Scheduled task compila o briefing antes do dia começar e entrega-o pelo canal que a Sara preferir.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Disparador agendado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Hora fixa, todos os dias úteis. Manhã (8h00) ou véspera (20h00) — configurável.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Lê a agenda do dia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Claude puxa todas as consultas da plataforma de marcações (BUK ou book.pt).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Compila por paciente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Motivo da consulta, historial, pacote, queixas anteriores, próxima ação sugerida.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COMPOSE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Monta o briefing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Cartões agrupados por hora. Ranqueados por urgência ou valor potencial.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ASSEMBLE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Entrega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Email, WhatsApp pessoal ou app Cowork no telemóvel — à escolha da Sara.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DELIVER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Conversa de aprofundamento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Sara pergunta ao Claude: «conta-me mais sobre a Maria», «que tratamentos propor à Joana hoje».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Entrar em consulta a saber tudo deixa de ser sorte — passa a ser o estado por defeito.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06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07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uma mensagem do paciente é triada e respondida.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Quando o paciente responde — WhatsApp, SMS, email — o Code daemon recebe o evento em segundos, classifica, e ou responde direto ou põe a Sara no loop via fila de aprovação no Cowork.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Mensagem chega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Por qualquer canal (WhatsApp Business, SMS, email). Captada via MCP ou bridge n8n.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INBOUND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Cowork classifica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Confirmação · pergunta · queixa · pedido de preço · pedido de remarcação · spam.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CLASSIFY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Rota por categoria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Baixo risco → auto-reply. Sensível → fila Sara. Clínico/legal → escalação (Flow 08).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ROUTE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Redige a resposta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No tom da clínica, com o contexto completo do paciente. Pronta para 1-click approve.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Sara revê se sinalizada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Mensagens de rotina podem sair direto; sensíveis sempre passam por revisão.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Loga e fecha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Conversação fica registada no sistema. Resultado alimenta o ciclo de aprendizagem.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Sara nunca abre o Airtable. Cada canal funciona em conversa com o Claude — uma única caixa de entrada efetiva.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07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08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Quando o Claude passa a bola à Sara.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O Code classifica e escolhe o lado seguro: chatear a Sara é mais barato do que enviar a resposta errada. O Cowork mostra a fila de aprovação. Cinco categorias, cada uma com dono e SLA.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CODE +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Queixa clínica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Reação adversa, complicação reportada, dúvida clínica. SLA: &lt; 4h em horário útil.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SARA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Reclamação ou reembolso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Insatisfação, pedido de devolução, dano material. SLA: same-day, manual.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SARA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Pedido de preço / pacote especial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Cotação fora do standard, condições negociadas. SLA: &lt; 4h em horário útil.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SARA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RGPD / dados pessoais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Pedido de acesso, eliminação, retificação. SLA: &lt; 24h. Sara + DPO se aplicável.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SARA+DPO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Caso ambíguo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Claude não consegue classificar com confiança — sinaliza. SLA: próximo ciclo de revisão.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SARA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Tudo o resto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Marcação · confirmação · informação simples · agradecimento — resposta automática.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AUTO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Cada escalação fica logged. Categorias recorrentes aparecem no relatório mensal — as regras afinam ao longo do tempo.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08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09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PROCESS FLOW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D2D"/>
                </a:solidFill>
                <a:latin typeface="Georgia"/>
              </a:rPr>
              <a:t>Como o sistema melhora todas as semanas.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554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B5563"/>
                </a:solidFill>
                <a:latin typeface="Georgia"/>
              </a:rPr>
              <a:t>O learning loop da Secção 5 da proposta em prática. Cowork revê a semana, gera patches, e ambos os runtimes (Code + Cowork) apanham as melhorias na próxima invocação.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0" y="9144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0" y="987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80">
                <a:solidFill>
                  <a:srgbClr val="FFFFFF"/>
                </a:solidFill>
                <a:latin typeface="Calibri"/>
              </a:rPr>
              <a:t>RUNTIME · CLAUDE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Segunda-feira fires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899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Scheduled Cowork task corre. Plugin de learning + skills de análise acordam.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SCHEDULE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6499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Revê a semana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1363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1363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Mensagens enviadas + respostas, sugestões aceites/recusadas, briefings úteis vs. ruído.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REVIEW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Diagnostica gaps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827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Misclassificações, drift de tom, handoffs falhados, tarefas paradas.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DIAGNOSE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3427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Esboça patches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8291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Prompts atualizados, regras refinadas, novas tags, modificações de views Airtable.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PATCH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186891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24943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17551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17551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Sara aprova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417551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417551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Patches de baixo risco passam por automação. Risco maior fica para revisão dela.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17551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GATE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4703551" y="6099048"/>
            <a:ext cx="219456" cy="237744"/>
          </a:xfrm>
          <a:prstGeom prst="rightArrow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4959584" y="3657600"/>
            <a:ext cx="254203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52192" y="3950208"/>
            <a:ext cx="20848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2192" y="4617720"/>
            <a:ext cx="199339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Georgia"/>
              </a:rPr>
              <a:t>Deploy + loop fecha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252192" y="5623560"/>
            <a:ext cx="1956816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252192" y="5760720"/>
            <a:ext cx="1993391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Ephemeral software layer atualiza. Próxima semana o sistema é mensuravelmente melhor.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52192" y="827531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80">
                <a:solidFill>
                  <a:srgbClr val="FF8449"/>
                </a:solidFill>
                <a:latin typeface="Calibri"/>
              </a:rPr>
              <a:t>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Georgia"/>
              </a:rPr>
              <a:t>É por isto que o que entregamos é um sistema, não automações. O sistema compõe-se com o uso.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7383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6B7280"/>
                </a:solidFill>
                <a:latin typeface="Calibri"/>
              </a:rPr>
              <a:t>PROCESS FLOW · 09 · CLÍNICA DA SARA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6B7280"/>
                </a:solidFill>
                <a:latin typeface="Calibri"/>
              </a:rPr>
              <a:t>10 / 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spc="80">
                <a:solidFill>
                  <a:srgbClr val="FF8449"/>
                </a:solidFill>
                <a:latin typeface="Calibri"/>
              </a:rPr>
              <a:t>O QUE ACABOU DE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645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Um sistema. Nove fluxos. Uma dona — a Sara.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554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4D4D8"/>
                </a:solidFill>
                <a:latin typeface="Calibri"/>
              </a:rPr>
              <a:t>Cada fluxo corre através do Code ou Cowork (ou ambos) — mesma base de dados, mesmas ferramentas, mesmo ciclo de aprovação. Adicionar fluxos não significa mais ferramentas; significa expandir o que o mesmo sistema sabe 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9651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11480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Mensagem pré-consulta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0915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Disparador → contexto → mensagem personalizada → envio.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393192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409651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411480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Seguimento pós-tratamento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470915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Sessão termina → check-in inteligente → captura complicações cedo.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33504" y="393192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07824" y="409651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39344" y="411480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Reativação inteligente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07824" y="470915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Inativo X meses → sugestão de P2 → reativação personalizada.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4360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610819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12648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Sugestão de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6720840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Padrões + histórico → próxima ação por paciente → aprende com a Sara.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594360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610819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612648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Pacote ponta-a-ponta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6720840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Setup → marca sessão → confirma → nudges → próximo passo.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33504" y="5943600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07824" y="610819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9344" y="6126480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Briefing diário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07824" y="6720840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Hora fixa → contexto compilado → entregue antes de o dia começar.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7955279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811987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8138159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Triagem inbound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873251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Mensagem chega → classifica → responde ou escala → loga.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7955279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811987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8138159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Escalação à Sara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873251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Cinco categorias sensíveis sempre passam por revisão humana.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33504" y="7955279"/>
            <a:ext cx="53309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07824" y="811987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8449"/>
                </a:solidFill>
                <a:latin typeface="Georgia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39344" y="8138159"/>
            <a:ext cx="4050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Georgia"/>
              </a:rPr>
              <a:t>Learning loop semanal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07824" y="8732519"/>
            <a:ext cx="4782312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Segunda-feira → revê semana → diagnostica → patches → deploy.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9372600"/>
            <a:ext cx="1554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60">
                <a:solidFill>
                  <a:srgbClr val="A1A1AA"/>
                </a:solidFill>
                <a:latin typeface="Calibri"/>
              </a:rPr>
              <a:t>OBLQAI · HELLO@OBLQAI.COM · +351 966 993 506 · LISBOA, PORTUGAL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9738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 i="0" spc="40">
                <a:solidFill>
                  <a:srgbClr val="A1A1AA"/>
                </a:solidFill>
                <a:latin typeface="Calibri"/>
              </a:rPr>
              <a:t>O QUE ACABOU DE VER · CLÍNICA DA SARA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0" y="9738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 i="0" spc="40">
                <a:solidFill>
                  <a:srgbClr val="A1A1AA"/>
                </a:solidFill>
                <a:latin typeface="Calibri"/>
              </a:rPr>
              <a:t>11 /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0" y="9710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8449"/>
                </a:solidFill>
                <a:latin typeface="Georgia"/>
              </a:rPr>
              <a:t>OBLQ ·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